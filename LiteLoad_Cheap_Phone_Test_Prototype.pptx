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B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LiteLoad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83464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78DCCA"/>
                </a:solidFill>
              </a:defRPr>
            </a:pPr>
            <a:r>
              <a:t>The Cheap Phone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9377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Team: HACKDQOM  |  Replace/add all team member names before submitting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776F"/>
                </a:solidFill>
              </a:defRPr>
            </a:pPr>
            <a:r>
              <a:t>Make essential web experiences easier to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18313D"/>
                </a:solidFill>
              </a:defRPr>
            </a:pPr>
            <a:r>
              <a:t>Many websites are difficult to use on budget smartphones or slow connections.</a:t>
            </a:r>
          </a:p>
          <a:p>
            <a:pPr>
              <a:spcAft>
                <a:spcPts val="1600"/>
              </a:spcAft>
              <a:defRPr sz="2200">
                <a:solidFill>
                  <a:srgbClr val="18313D"/>
                </a:solidFill>
              </a:defRPr>
            </a:pPr>
            <a:r>
              <a:t>Heavy pages, large media, and complex interfaces can increase loading time and data use.</a:t>
            </a:r>
          </a:p>
          <a:p>
            <a:pPr>
              <a:spcAft>
                <a:spcPts val="1600"/>
              </a:spcAft>
              <a:defRPr sz="2200">
                <a:solidFill>
                  <a:srgbClr val="18313D"/>
                </a:solidFill>
              </a:defRPr>
            </a:pPr>
            <a:r>
              <a:t>Our prototype explores a simple, mobile-first page with fewer resources.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776F"/>
                </a:solidFill>
              </a:defRPr>
            </a:pPr>
            <a:r>
              <a:t>A small, clear starting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18313D"/>
                </a:solidFill>
              </a:defRPr>
            </a:pPr>
            <a:r>
              <a:t>LiteLoad is a lightweight, responsive demo website.</a:t>
            </a:r>
          </a:p>
          <a:p>
            <a:pPr>
              <a:spcAft>
                <a:spcPts val="1600"/>
              </a:spcAft>
              <a:defRPr sz="2200">
                <a:solidFill>
                  <a:srgbClr val="18313D"/>
                </a:solidFill>
              </a:defRPr>
            </a:pPr>
            <a:r>
              <a:t>It uses plain HTML, CSS, and JavaScript without a large framework.</a:t>
            </a:r>
          </a:p>
          <a:p>
            <a:pPr>
              <a:spcAft>
                <a:spcPts val="1600"/>
              </a:spcAft>
              <a:defRPr sz="2200">
                <a:solidFill>
                  <a:srgbClr val="18313D"/>
                </a:solidFill>
              </a:defRPr>
            </a:pPr>
            <a:r>
              <a:t>A quick check displays viewport width and browser-reported connection hints when available.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3. Main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18313D"/>
                </a:solidFill>
              </a:defRPr>
            </a:pPr>
            <a:r>
              <a:t>Responsive layout for narrow screens and desktop browsers.</a:t>
            </a:r>
          </a:p>
          <a:p>
            <a:pPr>
              <a:spcAft>
                <a:spcPts val="1600"/>
              </a:spcAft>
              <a:defRPr sz="2200">
                <a:solidFill>
                  <a:srgbClr val="18313D"/>
                </a:solidFill>
              </a:defRPr>
            </a:pPr>
            <a:r>
              <a:t>Text-first content and CSS-based styling to avoid heavy assets.</a:t>
            </a:r>
          </a:p>
          <a:p>
            <a:pPr>
              <a:spcAft>
                <a:spcPts val="1600"/>
              </a:spcAft>
              <a:defRPr sz="2200">
                <a:solidFill>
                  <a:srgbClr val="18313D"/>
                </a:solidFill>
              </a:defRPr>
            </a:pPr>
            <a:r>
              <a:t>Accessible button and status message for a simple interactive demonstration.</a:t>
            </a:r>
          </a:p>
          <a:p>
            <a:pPr>
              <a:spcAft>
                <a:spcPts val="1600"/>
              </a:spcAft>
              <a:defRPr sz="2200">
                <a:solidFill>
                  <a:srgbClr val="18313D"/>
                </a:solidFill>
              </a:defRPr>
            </a:pPr>
            <a:r>
              <a:t>No account or personal data required for the demo.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4.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18313D"/>
                </a:solidFill>
              </a:defRPr>
            </a:pPr>
            <a:r>
              <a:t>1. Open the website in a browser.</a:t>
            </a:r>
          </a:p>
          <a:p>
            <a:pPr>
              <a:spcAft>
                <a:spcPts val="1600"/>
              </a:spcAft>
              <a:defRPr sz="2200">
                <a:solidFill>
                  <a:srgbClr val="18313D"/>
                </a:solidFill>
              </a:defRPr>
            </a:pPr>
            <a:r>
              <a:t>2. Read the lightweight page and feature cards.</a:t>
            </a:r>
          </a:p>
          <a:p>
            <a:pPr>
              <a:spcAft>
                <a:spcPts val="1600"/>
              </a:spcAft>
              <a:defRPr sz="2200">
                <a:solidFill>
                  <a:srgbClr val="18313D"/>
                </a:solidFill>
              </a:defRPr>
            </a:pPr>
            <a:r>
              <a:t>3. Tap “Run quick device check.”</a:t>
            </a:r>
          </a:p>
          <a:p>
            <a:pPr>
              <a:spcAft>
                <a:spcPts val="1600"/>
              </a:spcAft>
              <a:defRPr sz="2200">
                <a:solidFill>
                  <a:srgbClr val="18313D"/>
                </a:solidFill>
              </a:defRPr>
            </a:pPr>
            <a:r>
              <a:t>4. View the browser width and any available connection hints.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5.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18313D"/>
                </a:solidFill>
              </a:defRPr>
            </a:pPr>
            <a:r>
              <a:t>HTML — page structure and content.</a:t>
            </a:r>
          </a:p>
          <a:p>
            <a:pPr>
              <a:spcAft>
                <a:spcPts val="1600"/>
              </a:spcAft>
              <a:defRPr sz="2200">
                <a:solidFill>
                  <a:srgbClr val="18313D"/>
                </a:solidFill>
              </a:defRPr>
            </a:pPr>
            <a:r>
              <a:t>CSS — responsive styling and mobile layout.</a:t>
            </a:r>
          </a:p>
          <a:p>
            <a:pPr>
              <a:spcAft>
                <a:spcPts val="1600"/>
              </a:spcAft>
              <a:defRPr sz="2200">
                <a:solidFill>
                  <a:srgbClr val="18313D"/>
                </a:solidFill>
              </a:defRPr>
            </a:pPr>
            <a:r>
              <a:t>JavaScript — interactive browser check.</a:t>
            </a:r>
          </a:p>
          <a:p>
            <a:pPr>
              <a:spcAft>
                <a:spcPts val="1600"/>
              </a:spcAft>
              <a:defRPr sz="2200">
                <a:solidFill>
                  <a:srgbClr val="18313D"/>
                </a:solidFill>
              </a:defRPr>
            </a:pPr>
            <a:r>
              <a:t>GitHub — source-code repository and version control.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6. Prototype Testing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18313D"/>
                </a:solidFill>
              </a:defRPr>
            </a:pPr>
            <a:r>
              <a:t>Test at narrow viewport widths (for example, 360 px and 390 px).</a:t>
            </a:r>
          </a:p>
          <a:p>
            <a:pPr>
              <a:spcAft>
                <a:spcPts val="1600"/>
              </a:spcAft>
              <a:defRPr sz="2200">
                <a:solidFill>
                  <a:srgbClr val="18313D"/>
                </a:solidFill>
              </a:defRPr>
            </a:pPr>
            <a:r>
              <a:t>Check text readability, button usability, and horizontal overflow.</a:t>
            </a:r>
          </a:p>
          <a:p>
            <a:pPr>
              <a:spcAft>
                <a:spcPts val="1600"/>
              </a:spcAft>
              <a:defRPr sz="2200">
                <a:solidFill>
                  <a:srgbClr val="18313D"/>
                </a:solidFill>
              </a:defRPr>
            </a:pPr>
            <a:r>
              <a:t>Compare loading behavior with browser developer tools under network throttling.</a:t>
            </a:r>
          </a:p>
          <a:p>
            <a:pPr>
              <a:spcAft>
                <a:spcPts val="1600"/>
              </a:spcAft>
              <a:defRPr sz="2200">
                <a:solidFill>
                  <a:srgbClr val="18313D"/>
                </a:solidFill>
              </a:defRPr>
            </a:pPr>
            <a:r>
              <a:t>Record actual results during testing; do not claim speed improvements without measurements.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7. Limitations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18313D"/>
                </a:solidFill>
              </a:defRPr>
            </a:pPr>
            <a:r>
              <a:t>This is an early frontend prototype, not a full device-testing platform.</a:t>
            </a:r>
          </a:p>
          <a:p>
            <a:pPr>
              <a:spcAft>
                <a:spcPts val="1600"/>
              </a:spcAft>
              <a:defRPr sz="2200">
                <a:solidFill>
                  <a:srgbClr val="18313D"/>
                </a:solidFill>
              </a:defRPr>
            </a:pPr>
            <a:r>
              <a:t>Browser connection information may be unavailable on some browsers.</a:t>
            </a:r>
          </a:p>
          <a:p>
            <a:pPr>
              <a:spcAft>
                <a:spcPts val="1600"/>
              </a:spcAft>
              <a:defRPr sz="2200">
                <a:solidFill>
                  <a:srgbClr val="18313D"/>
                </a:solidFill>
              </a:defRPr>
            </a:pPr>
            <a:r>
              <a:t>Next: test on a real budget phone, optimize measured bottlenecks, and collect evidence.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8. Team and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18313D"/>
                </a:solidFill>
              </a:defRPr>
            </a:pPr>
            <a:r>
              <a:t>Team name: HACKDQOM</a:t>
            </a:r>
          </a:p>
          <a:p>
            <a:pPr>
              <a:spcAft>
                <a:spcPts val="1600"/>
              </a:spcAft>
              <a:defRPr sz="2200">
                <a:solidFill>
                  <a:srgbClr val="18313D"/>
                </a:solidFill>
              </a:defRPr>
            </a:pPr>
            <a:r>
              <a:t>Team members: Add all confirmed member names and roles.</a:t>
            </a:r>
          </a:p>
          <a:p>
            <a:pPr>
              <a:spcAft>
                <a:spcPts val="1600"/>
              </a:spcAft>
              <a:defRPr sz="2200">
                <a:solidFill>
                  <a:srgbClr val="18313D"/>
                </a:solidFill>
              </a:defRPr>
            </a:pPr>
            <a:r>
              <a:t>GitHub URL: Add your actual public repository URL after uploading the code.</a:t>
            </a:r>
          </a:p>
          <a:p>
            <a:pPr>
              <a:spcAft>
                <a:spcPts val="1600"/>
              </a:spcAft>
              <a:defRPr sz="2200">
                <a:solidFill>
                  <a:srgbClr val="18313D"/>
                </a:solidFill>
              </a:defRPr>
            </a:pPr>
            <a:r>
              <a:t>Demo video: Add a link to your actual screen recording if the portal asks for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